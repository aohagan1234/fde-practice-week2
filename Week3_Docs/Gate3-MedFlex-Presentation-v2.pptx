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CCEE"/>
                </a:solidFill>
              </a:rPr>
              <a:t>MEDFLEX  ·  GATE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Candidate Ranking
&amp; Parallel Outreach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71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BCCEE"/>
                </a:solidFill>
              </a:rPr>
              <a:t>From brief to specification to build to reflection.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94760"/>
            <a:ext cx="2743200" cy="1280160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91363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9 deliverables
18 passing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3794760"/>
            <a:ext cx="8229600" cy="1280160"/>
          </a:xfrm>
          <a:prstGeom prst="rect">
            <a:avLst/>
          </a:prstGeom>
          <a:solidFill>
            <a:srgbClr val="23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393192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Candidate ranking  —  6-factor urgency-weighted scoring</a:t>
            </a:r>
          </a:p>
          <a:p>
            <a:r>
              <a:rPr sz="1400" b="0">
                <a:solidFill>
                  <a:srgbClr val="FFFFFF"/>
                </a:solidFill>
              </a:rPr>
              <a:t>Parallel outreach  —  simultaneous contact, adaptive response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Ann O'Hagan  ·  2026-05-13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EE"/>
                </a:solidFill>
              </a:rPr>
              <a:t>MedFlex — healthcare staffing, nurse shifts, manual coordination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</a:rPr>
              <a:t>2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The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36192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2D2D"/>
                </a:solidFill>
              </a:rPr>
              <a:t>MedFlex places nurses into hospital shifts</a:t>
            </a:r>
          </a:p>
          <a:p>
            <a:r>
              <a:rPr sz="1500" b="0">
                <a:solidFill>
                  <a:srgbClr val="2D2D2D"/>
                </a:solidFill>
              </a:rPr>
              <a:t>When a shift needs filling, coordinators contact nurses one at a time</a:t>
            </a:r>
          </a:p>
          <a:p>
            <a:r>
              <a:rPr sz="1500" b="0">
                <a:solidFill>
                  <a:srgbClr val="2D2D2D"/>
                </a:solidFill>
              </a:rPr>
              <a:t>For urgent fills (≤4 hours), this is too slow — the window can expire before anyone confirms</a:t>
            </a:r>
          </a:p>
          <a:p>
            <a:r>
              <a:rPr sz="1500" b="0">
                <a:solidFill>
                  <a:srgbClr val="2D2D2D"/>
                </a:solidFill>
              </a:rPr>
              <a:t>Kim's team owns the hospital relationship; the agent must never contact the hospital directly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43000"/>
            <a:ext cx="36576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188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Key constraints going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536192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45920"/>
            <a:ext cx="91440" cy="1188720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190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</a:rPr>
              <a:t>6-week board deadline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2140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60"/>
                </a:solidFill>
              </a:rPr>
              <a:t>Marcus moved it from 8 weeks mid-engagement. Plan restructured before the first draft was finished.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154680"/>
            <a:ext cx="91440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2278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</a:rPr>
              <a:t>Credential verification: Wave 2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3016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60"/>
                </a:solidFill>
              </a:rPr>
              <a:t>Removed from Wave 1 at Marcus's request — consistent with the original conditional design.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663440"/>
            <a:ext cx="91440" cy="11887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7365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</a:rPr>
              <a:t>Pilot criteria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138927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60"/>
                </a:solidFill>
              </a:rPr>
              <a:t>Standard fills &gt;24h only. 2–3 coordinators. Established hospitals. Coordinator approves all placements.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Was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EE"/>
                </a:solidFill>
              </a:rPr>
              <a:t>Nine deliverables across the full ATX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</a:rPr>
              <a:t>3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566928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26464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2435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Problem framing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6459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</a:rPr>
              <a:t>Success metrics + 6-week delivery timeline + pilot criteria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49424"/>
            <a:ext cx="566928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505456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3225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Engagement intake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7249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</a:rPr>
              <a:t>Scope, Wave 1 vs Wave 2 boundary, stakeholders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328415"/>
            <a:ext cx="566928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584448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4015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Architecture + ADRs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80390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</a:rPr>
              <a:t>Agent design with 2 ADRs — alternatives, consequences, revisit conditions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407408"/>
            <a:ext cx="566928" cy="914400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66344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D4a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480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Candidate ranking spec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8828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</a:rPr>
              <a:t>Production-grade: scoring formula, delegation boundaries, governance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486400"/>
            <a:ext cx="566928" cy="914400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742432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D4b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55595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Parallel outreach spec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9618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</a:rPr>
              <a:t>Production-grade: channel retry order, escalation SLAs, integration contracts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170432"/>
            <a:ext cx="566928" cy="9144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426464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12435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Build-loop memo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16459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</a:rPr>
              <a:t>5 signals: 4 spec gaps, 1 unjustified implementation choice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249424"/>
            <a:ext cx="566928" cy="9144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505456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23225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Client feedback 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27249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</a:rPr>
              <a:t>Email to Marcus: timeline, credential verification, failure path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328415"/>
            <a:ext cx="566928" cy="9144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584448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34015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Validation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380390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</a:rPr>
              <a:t>10 pre-production tests + 6 agent scenarios + 8 integration tests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407408"/>
            <a:ext cx="566928" cy="9144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466344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8" y="4480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Reflection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48828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</a:rPr>
              <a:t>Honest account: timeline, Kim, error handling rules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486400"/>
            <a:ext cx="566928" cy="9144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5742432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5595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Self-spec build loop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7728" y="59618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</a:rPr>
              <a:t>What the build revealed about gaps I did not notice when writing the spec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92824"/>
            <a:ext cx="11338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CCEE"/>
                </a:solidFill>
              </a:rPr>
              <a:t>Python build: candidate_ranking.py  ·  18 passing tests  ·  pytest medflex_agent/tests/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Four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EE"/>
                </a:solidFill>
              </a:rPr>
              <a:t>Each one was deliberate. Here is the rationale.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</a:rPr>
              <a:t>4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109728" cy="1143000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1615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</a:rPr>
              <a:t>Specialist credential config owned by Linda — not hardcoded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6060"/>
                </a:solidFill>
              </a:rPr>
              <a:t>My original spec listed specialist credentials. That list came from me, not the compliance team. If it was wrong, every specialist shift ranking was wrong. Now Linda owns the config; the agent reads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13432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514600"/>
            <a:ext cx="109728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</a:rPr>
              <a:t>Wave 1 scope: candidate ranking + parallel outreach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6060"/>
                </a:solidFill>
              </a:rPr>
              <a:t>6 weeks produces credible fill time and acceptance rate data. Adding more capabilities adds integration risk without adding more useful evidence for the board.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685032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886200"/>
            <a:ext cx="109728" cy="11430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5935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</a:rPr>
              <a:t>Agent never contacts the hospital directly — always through the coordinator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8912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6060"/>
                </a:solidFill>
              </a:rPr>
              <a:t>Kim's team owns that relationship. An agent contacting the hospital independently can contradict what a coordinator was already managing.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056632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5257800"/>
            <a:ext cx="109728" cy="1143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3095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</a:rPr>
              <a:t>Pilot limited to standard fills &gt;24h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6072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6060"/>
                </a:solidFill>
              </a:rPr>
              <a:t>A ranking failure on a 2-hour urgent fill has more consequences than on a 48-hour fill. Start where mistakes are cheapest to recover from. Expanding to urgent fills is a config change, not a rebuild.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Build Loop — What It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EE"/>
                </a:solidFill>
              </a:rPr>
              <a:t>Five signals from building the candidate ranking implementation against my own spec.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</a:rPr>
              <a:t>5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11365992" cy="71323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109728" cy="713232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D2D2D"/>
                </a:solidFill>
              </a:rPr>
              <a:t>No clarifying questions were asked during the build. Wherever my spec was unclear, the builder made a decision and moved on. I only found out what those decisions were by reading the output.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011680"/>
            <a:ext cx="1136599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756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the builder did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075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my spec failed to say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377440"/>
            <a:ext cx="11365992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377440"/>
            <a:ext cx="109728" cy="768096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505456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Invented a formula for scoring proximity — using a reference distance I never specified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505456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</a:rPr>
              <a:t>Unjustified
implementation 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505456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</a:rPr>
              <a:t>I listed proximity as a factor but never said how to turn distance into a 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145536"/>
            <a:ext cx="11365992" cy="76809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145536"/>
            <a:ext cx="109728" cy="768096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273552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"Within 10%" applied to overall score, not to each individual factor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73552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</a:rPr>
              <a:t>Spec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273552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</a:rPr>
              <a:t>My wording sounded specific but did not say what was being compared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913632"/>
            <a:ext cx="11365992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913632"/>
            <a:ext cx="109728" cy="768096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041648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CRM unavailable and missing data treated identically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041648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</a:rPr>
              <a:t>Spec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041648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</a:rPr>
              <a:t>No way to distinguish system down from data simply not existing for that nurse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681728"/>
            <a:ext cx="11365992" cy="76809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681728"/>
            <a:ext cx="109728" cy="768096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4809744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System unavailability rules could not be followed as written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809744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</a:rPr>
              <a:t>Spec gap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809744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</a:rPr>
              <a:t>The tool had no way of being told whether a system was available or not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449824"/>
            <a:ext cx="11365992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5449824"/>
            <a:ext cx="109728" cy="768096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5577840"/>
            <a:ext cx="5669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Escalation payload had no space for excluded candidates list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577840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</a:rPr>
              <a:t>Spec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577840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</a:rPr>
              <a:t>I said include it; the output I designed had no field for 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236208"/>
            <a:ext cx="11365992" cy="36576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629107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All five gaps fixed in the updated D4a spec — scoring formula, rule 7 threshold, system availability inputs, excluded_candidates field.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 Would Do Differently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EE"/>
                </a:solidFill>
              </a:rPr>
              <a:t>Four things from the spec. Two things from how I ran the engagement.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60"/>
                </a:solidFill>
              </a:rPr>
              <a:t>6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6B2A"/>
                </a:solidFill>
              </a:rPr>
              <a:t>Spec writing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118872" cy="118872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508760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Define the output type before writing the error handling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92807"/>
            <a:ext cx="5440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If the output has no field for something, the rule can't be delivered. I required excluded candidates in the escalation payload — but the output I designed had nowhere to put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624328"/>
            <a:ext cx="118872" cy="118872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532888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For every 'if X is unavailable' rule, ask: how does the tool actually find out?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916936"/>
            <a:ext cx="5440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I wrote rules about what to do when systems were down. The tool had no signal telling it a system was down. The rule existed; the mechanism did not.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48456"/>
            <a:ext cx="118872" cy="118872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557016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Every ranking factor needs a formula, not just a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41064"/>
            <a:ext cx="5440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I listed proximity as a factor and did not say how to convert distance into a score. The builder made a choice I would not have made if I had been asked.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672583"/>
            <a:ext cx="118872" cy="118872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581144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'Within 10%' is not specific — define what is being compared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965192"/>
            <a:ext cx="5440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It sounds precise. It is not. I needed to say: compare the overall scores, and boost only if the gap between them is 10% or less.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1097280"/>
            <a:ext cx="36576" cy="53949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Engagement management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1463040"/>
            <a:ext cx="11365992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600200"/>
            <a:ext cx="118872" cy="1188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Confirm the board timeline in the first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1892807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Marcus told me the meeting was in 6 weeks — not 8 — after the plan was already written. A basic question I should have asked before putting anything on paper.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703320"/>
            <a:ext cx="118872" cy="1188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361187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</a:rPr>
              <a:t>Involve Kim's team in discovery, not just leadership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3995928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Kim was not in the discovery session. The failure path gap she spotted would have been caught in a 30-minute conversation that I simply did not have.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