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3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78608"/>
            <a:ext cx="12188952" cy="6400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EE"/>
                </a:solidFill>
              </a:rPr>
              <a:t>MEDFLEX  ·  GATE 3  ·  AGENTIC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Candidate Ranking
&amp; Parallel Outreach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EE"/>
                </a:solidFill>
              </a:rPr>
              <a:t>From brief to specification to build to reflection — what was delivered, what the build revealed, and what I would do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572000"/>
            <a:ext cx="3200400" cy="157276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84064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D1 – D9  ·  Problem to reflection
Working Python build  ·  18 passing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681728"/>
            <a:ext cx="7772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CCEE"/>
                </a:solidFill>
              </a:rPr>
              <a:t>Two capabilities built and specified to production grade: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Candidate ranking — 6-factor urgency-weighted scoring, specialist credential hard-split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Parallel outreach — simultaneous contact, adaptive response windows, shallow pool escalation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8899BB"/>
                </a:solidFill>
              </a:rPr>
              <a:t>Presenter: Ann O'Hagan  · 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Scenario — MedFlex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Healthcare staffing. Coordinators filling nurse shifts manually, one call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situation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49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MedFlex places nurses into hospital shifts. When a shift needs filling, coordinators manually call or message nurses one at a time until someone confirms.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For urgent fills (≤4h window), this is slow and unreliable. A coordinator who contacts nurses sequentially may burn through the fill window before getting a confirmation.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1B3A6B"/>
                </a:solidFill>
              </a:rPr>
              <a:t>Kim's team (operations) owns the hospital relationship. The agent must never contact the hospital directly — all communication routes through the coordinator.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61872"/>
            <a:ext cx="574243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89304"/>
            <a:ext cx="5513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347472" cy="107899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2" y="1627632"/>
            <a:ext cx="53949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00784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6-week board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11680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Marcus pushed from 8 to 6 weeks mid-engagement. Plan restructured before the first draft was finalised.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16352"/>
            <a:ext cx="347472" cy="107899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2816352"/>
            <a:ext cx="53949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889504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Credential verification: Wave 2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200400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Removed from Wave 1 at Marcus's request. Consistent with the original conditional design — not a concession, a confirmation.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005072"/>
            <a:ext cx="347472" cy="10789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4005072"/>
            <a:ext cx="53949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078224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Pilot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389120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Standard fills &gt;24h only. 2–3 coordinators. 2–3 established hospital accounts. Coordinator approves all placements.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41648"/>
            <a:ext cx="11548872" cy="3474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69080"/>
            <a:ext cx="11292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was asked: run a full ATX engagement — problem framing, architecture, production capability specs, build loop, client response, validation plan, and reflections.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89120"/>
            <a:ext cx="1154887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62272"/>
            <a:ext cx="11292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Two capabilities were selected for specification and build: candidate ranking and parallel outreach. These are the two capabilities most directly responsible for fill time reduction — the primary metric for the board presentation.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606060"/>
                </a:solidFill>
              </a:rPr>
              <a:t>Wave 2 (credential recency checking, no-show backfill, pre-shift mismatch detection) is condition-triggered: it starts at month 5 if first-recommendation acceptance rate reaches ≥90% over 60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Was Delivered — D1 to D9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Nine deliverables. Problem to specification to build to reflection.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94360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" y="1517904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261872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2588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Problem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64207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Success metrics and 6-week delivery timeline with pilot selection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61872"/>
            <a:ext cx="594360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517904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9712" y="1261872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32588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Engagement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664207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Scope definition, Wave 1 vs Wave 2 boundary, stakeholders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40863"/>
            <a:ext cx="594360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" y="2596896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340863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404871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Architecture + ADRs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199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Agentic architecture, 2 ADRs with alternatives and revisit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340863"/>
            <a:ext cx="594360" cy="96012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596896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D4a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9712" y="2340863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404871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Candidate ranking 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2743199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Production-grade: 11 rules, scoring formula, delegation boundaries, governance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9856"/>
            <a:ext cx="594360" cy="96012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5" y="3675887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D4b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419856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483863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Parallel outreach spec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822191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Production-grade: 12 rules, channel retry, escalation SLAs, integration contracts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419856"/>
            <a:ext cx="594360" cy="9601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675887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3419856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3483863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Build-loop memo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822191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5 signals from the build — 4 spec gaps, 1 unjustified implementation choice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98848"/>
            <a:ext cx="594360" cy="9601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5" y="4754880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498848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56285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Client feedback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901184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Email to Marcus: 6-week timeline, credential verification, failure path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498848"/>
            <a:ext cx="594360" cy="9601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4754880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9712" y="4498848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6872" y="456285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Validation plan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4901184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10 pre-production tests, 6 agent decision scenarios, 8 integration tests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77840"/>
            <a:ext cx="594360" cy="9601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5" y="5833872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5577840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64184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Reflection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980176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Honest account: confirm timeline early, involve Kim, test error handling rules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5352" y="5577840"/>
            <a:ext cx="594360" cy="9601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5833872"/>
            <a:ext cx="5212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9712" y="5577840"/>
            <a:ext cx="493775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76872" y="564184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Self-spec build 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76872" y="5980176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What the build revealed about gaps I did not see when writing the spec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492240"/>
            <a:ext cx="115488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19672"/>
            <a:ext cx="11292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EE"/>
                </a:solidFill>
              </a:rPr>
              <a:t>Python build: candidate_ranking.py  ·  18 passing tests  ·  run with: pytest medflex_agent/tests/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Design Decisions —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Each one was a deliberate choice. Here is the rationale for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" cy="12161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61872"/>
            <a:ext cx="11347704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11082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Specialist credential config owned by Linda, not hardcoded in the 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09343"/>
            <a:ext cx="11347704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4591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The original spec listed specialist credentials as a fixed list — written by me, not the compliance 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0863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If that list was wrong, every ranking decision on a specialist shift would be wrong. The config is now a compliance team input: Linda owns it, the agent reads it, and it can be updated without touching the code. The agent applies the rules; it does not decide what counts as a specialist credential.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06039"/>
            <a:ext cx="201168" cy="121615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2606039"/>
            <a:ext cx="11347704" cy="3474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1759"/>
            <a:ext cx="11082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Wave 1 scope: candidate ranking + parallel outreach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7" y="2953511"/>
            <a:ext cx="11347704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9008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Could have included credential verification, no-show backfill, pre-shift mismatch detection in Wave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27832"/>
            <a:ext cx="10863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6 weeks is enough to demonstrate fill time and first-recommendation acceptance rate — the two metrics the board needs. Adding more capabilities adds more integration risk without adding more evidence. Wave 2 is condition-triggered: it starts when the pilot data supports it, not on a fixed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50208"/>
            <a:ext cx="201168" cy="1216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3950208"/>
            <a:ext cx="11347704" cy="34747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95928"/>
            <a:ext cx="11082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Escalation always goes to coordinator — agent never contacts the hospital directly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7" y="4297680"/>
            <a:ext cx="11347704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342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The agent could theoretically contact the hospital in a pool_exhausted scenario.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72000"/>
            <a:ext cx="10863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The hospital relationship belongs to Kim's team. If the agent contacts the hospital independently, it undermines that relationship and may contradict what the coordinator was already managing. The agent pre-drafts the status message and surfaces the remaining pool state; the coordinator makes the 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294376"/>
            <a:ext cx="201168" cy="121615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7" y="5294376"/>
            <a:ext cx="11347704" cy="34747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40096"/>
            <a:ext cx="11082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Pilot: standard fills &gt;24h only, 2–3 coordinators, established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5641848"/>
            <a:ext cx="11347704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784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Could have run the pilot across all fill types from day 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16168"/>
            <a:ext cx="10863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Urgent fills (≤4h) have the highest stakes. A ranking failure on a 2-hour fill has more consequences than on a 48-hour fill. The pilot starts where the consequences of error are lowest. If the &gt;24h fills validate the design, expanding to urgent fills is a configuration change, not a rebuild.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Build Loop — What It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Five signals from building the candidate ranking implementation against the spec.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292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observation: 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Claude Code asked no clarifying questions during the build. Gaps in the spec were resolved silently — I only found out what decisions had been made by reading the output. A builder who asks nothing either has a perfect spec, or has made undocumented assumptions. In this case, it was the latter.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11548872" cy="347472"/>
          </a:xfrm>
          <a:prstGeom prst="rect">
            <a:avLst/>
          </a:prstGeom>
          <a:solidFill>
            <a:srgbClr val="23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482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04825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the spec failed to say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1154887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59152"/>
            <a:ext cx="164592" cy="786384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3230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Proximity formula (1/(1+miles/10)) — reference distance invented by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32304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Unjustified implementation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3230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Spec named proximity as a factor but defined no scoring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45536"/>
            <a:ext cx="11548872" cy="7863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45536"/>
            <a:ext cx="164592" cy="786384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1868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"Within 10%" applied to composite score, not individual factors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1868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186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Ambiguous — composite vs. per-factor comparison produce different rankings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1154887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164592" cy="786384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0050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CRM unavailable and missing data handled identically (median imputation)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005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0050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No input mechanism to distinguish system down from data simply absent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18304"/>
            <a:ext cx="11548872" cy="78638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18304"/>
            <a:ext cx="164592" cy="786384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791456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System unavailability rules could not be implemented as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791456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79145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Function had no way to be told whether a system was available or not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504688"/>
            <a:ext cx="1154887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504688"/>
            <a:ext cx="164592" cy="786384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577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pool_exhausted payload contained no excluded_candidates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5778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Spec required this data in the payload; the output type had no field for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327648"/>
            <a:ext cx="11548872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1292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All five gaps addressed: scoring formula, rule 7 threshold, system availability inputs, and excluded_candidates field now defined in the updated D4a spec.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 Would Do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Six specific things — from the build loop, the client response, and the engagement overall.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32120" cy="274320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9844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 writing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36192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9105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Define output types before writing error handling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5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If the output has no field for something I said should be in it, the rule cannot be delivered. I wrote 'include excluded candidates in the escalation payload' without checking whether the output supported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61872"/>
            <a:ext cx="5532120" cy="274320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9844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 writing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536192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9105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For every 'if X is unavailable' rule, ask: how does the tool actually find out?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56815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I wrote rules for system unavailability without thinking about what signal the tool would receive. A rule that depends on information that is never passed in is not a rule — it is a wish.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44952"/>
            <a:ext cx="5532120" cy="27432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8152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 writing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19272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74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Every ranking factor needs a formula, not just a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39896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I listed proximity as a factor. I did not say how to convert distance into a number. That decision was made by the builder without asking me. Different formulas produce different rankings.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044952"/>
            <a:ext cx="5532120" cy="27432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08152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 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319272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374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Ambiguous thresholds are false precision — define the calculation, not just the number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739896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'Within 10%' sounds specific. It is not. I needed to say what was being compared and how. The builder made a reasonable interpretation; it was not the only reasonable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28031"/>
            <a:ext cx="5532120" cy="2743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64607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Engagement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02351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572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Confirm the board timeline before writing the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22975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Marcus told me the board meeting was in 6 weeks, not 8, after I had already structured the plan. That is a basic question I should have asked in the first conversation.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4828031"/>
            <a:ext cx="5532120" cy="2743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64607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Engagement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5102351"/>
            <a:ext cx="5532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1572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Involve operations (Kim) in discovery — not just leadership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522975"/>
            <a:ext cx="5303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Kim was not in the discovery session. The failure path gap she spotted would have been caught in a 30-minute conversation. She was not difficult to reach; I just did not reach 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