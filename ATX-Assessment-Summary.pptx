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26280"/>
            <a:ext cx="12188952" cy="2331720"/>
          </a:xfrm>
          <a:prstGeom prst="rect">
            <a:avLst/>
          </a:prstGeom>
          <a:solidFill>
            <a:srgbClr val="235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33472"/>
            <a:ext cx="12188952" cy="64008"/>
          </a:xfrm>
          <a:prstGeom prst="rect">
            <a:avLst/>
          </a:prstGeom>
          <a:solidFill>
            <a:srgbClr val="E3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BCCEE"/>
                </a:solidFill>
              </a:rPr>
              <a:t>ALDRIDGE &amp; SYKES  ·  HR OPERATIONS  ·  WEEK 2 ATX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09728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Should we build an AI agent to replace
manual onboarding coordination?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432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CCEE"/>
                </a:solidFill>
              </a:rPr>
              <a:t>A structured 7-phase analysis: what to automate, what not to, and what was built.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663440"/>
            <a:ext cx="4754880" cy="1463040"/>
          </a:xfrm>
          <a:prstGeom prst="rect">
            <a:avLst/>
          </a:prstGeom>
          <a:solidFill>
            <a:srgbClr val="E3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70916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The conclusion: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010912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Yes — automate 50% fully.
Oversee 35%. Keep 15% human-only.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4956048"/>
            <a:ext cx="6309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BCCEE"/>
                </a:solidFill>
              </a:rPr>
              <a:t>220+ hires / year</a:t>
            </a:r>
          </a:p>
          <a:p>
            <a:pPr algn="l"/>
            <a:r>
              <a:rPr sz="1200" b="0" i="0">
                <a:solidFill>
                  <a:srgbClr val="BBCCEE"/>
                </a:solidFill>
              </a:rPr>
              <a:t>40 tasks per hire across 5 disconnected systems</a:t>
            </a:r>
          </a:p>
          <a:p>
            <a:pPr algn="l"/>
            <a:r>
              <a:rPr sz="1200" b="0" i="0">
                <a:solidFill>
                  <a:srgbClr val="BBCCEE"/>
                </a:solidFill>
              </a:rPr>
              <a:t>550 hours / year spent on manual coordination</a:t>
            </a:r>
          </a:p>
          <a:p>
            <a:pPr algn="l"/>
            <a:r>
              <a:rPr sz="1200" b="0" i="0">
                <a:solidFill>
                  <a:srgbClr val="FFAA88"/>
                </a:solidFill>
              </a:rPr>
              <a:t>$2,507 federal fine per missed I-9 deadline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6400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0408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EE"/>
                </a:solidFill>
              </a:rPr>
              <a:t>What HR Ops is actually dealing with — in plain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95760" y="6537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98448"/>
            <a:ext cx="1810512" cy="135331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371600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550 hours / 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828800"/>
            <a:ext cx="162763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One person's entire working year
spent purely on coordination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1298448"/>
            <a:ext cx="1810512" cy="135331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1371600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40 tasks per hire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1828800"/>
            <a:ext cx="162763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Across 5 systems that don't
talk to each other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779776"/>
            <a:ext cx="1810512" cy="1353312"/>
          </a:xfrm>
          <a:prstGeom prst="rect">
            <a:avLst/>
          </a:prstGeom>
          <a:solidFill>
            <a:srgbClr val="BF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2852928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$2,507 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310128"/>
            <a:ext cx="162763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Per missed I-9 deadline (federal law)
2 violations have already occurred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2779776"/>
            <a:ext cx="1810512" cy="1353312"/>
          </a:xfrm>
          <a:prstGeom prst="rect">
            <a:avLst/>
          </a:prstGeom>
          <a:solidFill>
            <a:srgbClr val="E3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7440" y="2852928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3 people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310128"/>
            <a:ext cx="162763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Acting as the human glue between
5 disconnected systems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1261872"/>
            <a:ext cx="75895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6B"/>
                </a:solidFill>
              </a:rPr>
              <a:t>Every time someone joins Aldridge &amp; Sykes:</a:t>
            </a:r>
          </a:p>
          <a:p>
            <a:pPr algn="l"/>
            <a:r>
              <a:rPr sz="600" b="0" i="0">
                <a:solidFill>
                  <a:srgbClr val="2D2D2D"/>
                </a:solidFill>
              </a:rPr>
              <a:t/>
            </a:r>
          </a:p>
          <a:p>
            <a:pPr algn="l"/>
            <a:r>
              <a:rPr sz="1200" b="0" i="0">
                <a:solidFill>
                  <a:srgbClr val="2D2D2D"/>
                </a:solidFill>
              </a:rPr>
              <a:t>  •  HR Ops manually checks 40 tasks across 5 systems</a:t>
            </a:r>
          </a:p>
          <a:p>
            <a:pPr algn="l"/>
            <a:r>
              <a:rPr sz="1200" b="0" i="0">
                <a:solidFill>
                  <a:srgbClr val="2D2D2D"/>
                </a:solidFill>
              </a:rPr>
              <a:t>  •  None of the systems share data automatically</a:t>
            </a:r>
          </a:p>
          <a:p>
            <a:pPr algn="l"/>
            <a:r>
              <a:rPr sz="1200" b="0" i="0">
                <a:solidFill>
                  <a:srgbClr val="2D2D2D"/>
                </a:solidFill>
              </a:rPr>
              <a:t>  •  Someone has to open each system and check individually</a:t>
            </a:r>
          </a:p>
          <a:p>
            <a:pPr algn="l"/>
            <a:r>
              <a:rPr sz="1200" b="0" i="0">
                <a:solidFill>
                  <a:srgbClr val="2D2D2D"/>
                </a:solidFill>
              </a:rPr>
              <a:t>  •  Overdue tasks are chased by email — manually</a:t>
            </a:r>
          </a:p>
          <a:p>
            <a:pPr algn="l"/>
            <a:r>
              <a:rPr sz="1200" b="0" i="0">
                <a:solidFill>
                  <a:srgbClr val="2D2D2D"/>
                </a:solidFill>
              </a:rPr>
              <a:t>  •  I-9 deadlines are tracked on a phone Notes app</a:t>
            </a:r>
          </a:p>
          <a:p>
            <a:pPr algn="l"/>
            <a:r>
              <a:rPr sz="600" b="0" i="0">
                <a:solidFill>
                  <a:srgbClr val="2D2D2D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1B3A6B"/>
                </a:solidFill>
              </a:rPr>
              <a:t>That is 2.5 hours per hire × 220 hires = 550 hours of pure
coordination work per year.</a:t>
            </a:r>
          </a:p>
          <a:p>
            <a:pPr algn="l"/>
            <a:r>
              <a:rPr sz="600" b="0" i="0">
                <a:solidFill>
                  <a:srgbClr val="2D2D2D"/>
                </a:solidFill>
              </a:rPr>
              <a:t/>
            </a:r>
          </a:p>
          <a:p>
            <a:pPr algn="l"/>
            <a:r>
              <a:rPr sz="1200" b="0" i="1">
                <a:solidFill>
                  <a:srgbClr val="2D2D2D"/>
                </a:solidFill>
              </a:rPr>
              <a:t>Roughly a quarter of each person's working year. Spent on
tasks a well-designed system could do automatically.</a:t>
            </a:r>
          </a:p>
          <a:p>
            <a:pPr algn="l"/>
            <a:r>
              <a:rPr sz="600" b="0" i="0">
                <a:solidFill>
                  <a:srgbClr val="2D2D2D"/>
                </a:solidFill>
              </a:rPr>
              <a:t/>
            </a:r>
          </a:p>
          <a:p>
            <a:pPr algn="l"/>
            <a:r>
              <a:rPr sz="1200" b="1" i="0">
                <a:solidFill>
                  <a:srgbClr val="BF352A"/>
                </a:solidFill>
              </a:rPr>
              <a:t>The I-9 compliance risk is the most urgent issue. Missing
the 3-day federal deadline costs $2,507 per hire. Two
violations have already occurred under the current process.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6400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Method — 7 Phases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0408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EE"/>
                </a:solidFill>
              </a:rPr>
              <a:t>From 'what don't we know?' to 'does it work in code?'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95760" y="6537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216152"/>
            <a:ext cx="11475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D2D2D"/>
                </a:solidFill>
              </a:rPr>
              <a:t>Rather than jumping straight to building, this used the ATX methodology: a 7-phase framework for deciding where an AI agent adds genuine value — and where it doesn't.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10512"/>
            <a:ext cx="3566160" cy="402336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847088"/>
            <a:ext cx="3383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  Discovery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212848"/>
            <a:ext cx="35661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2286000"/>
            <a:ext cx="3383279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Asked 6 design-changing questions about the real process.
Found that Priya's Excel tracker — not Workday — is the true
operational source of truth.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810512"/>
            <a:ext cx="3566160" cy="402336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0248" y="1847088"/>
            <a:ext cx="3383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2  Cognitive Load Map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2212848"/>
            <a:ext cx="35661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0248" y="2286000"/>
            <a:ext cx="3383279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Decomposed all 40 tasks into decisions vs. rule-following.
Identified 8 control handoff points — where the agent must
stop and pass control back to a human.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1810512"/>
            <a:ext cx="3566160" cy="402336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0727" y="1847088"/>
            <a:ext cx="3383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3  Delegation Scoring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1000" y="2212848"/>
            <a:ext cx="35661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0727" y="2286000"/>
            <a:ext cx="3383279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Scored all 9 task clusters across 5 dimensions: input
structure, decision predictability, exception rate, tool
coverage, and risk if wrong.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520440"/>
            <a:ext cx="3566160" cy="402336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" y="3557016"/>
            <a:ext cx="3383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4  Volume × Value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922776"/>
            <a:ext cx="35661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3995928"/>
            <a:ext cx="3383279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Ranked which tasks are worth automating first. Task
monitoring scores highest: 3,500 events/year, mostly
rule-based. I-9 monitoring is non-negotiable regardless.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3520440"/>
            <a:ext cx="3566160" cy="402336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70248" y="3557016"/>
            <a:ext cx="3383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5  Agent Specification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0520" y="3922776"/>
            <a:ext cx="35661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70248" y="3995928"/>
            <a:ext cx="3383279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Wrote the full agent spec: 9 activities, decision rules,
escalation workflows, KPIs, and failure modes. Revised
after the build loop found 6 gaps in the original draft.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01000" y="3520440"/>
            <a:ext cx="3566160" cy="40233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0727" y="3557016"/>
            <a:ext cx="3383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6  Build Loop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1000" y="3922776"/>
            <a:ext cx="35661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10727" y="3995928"/>
            <a:ext cx="3383279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Fed the spec to Claude, asked what could be built confidently
vs. what needed clarification. Built all confident parts in
Python. 37 automated tests, all passing.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5230368"/>
            <a:ext cx="3566160" cy="40233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" y="5266944"/>
            <a:ext cx="3383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7  System Inventory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5632704"/>
            <a:ext cx="35661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9768" y="5705856"/>
            <a:ext cx="3383279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Documented every integration in detail. Key finding: Saba
LMS has no API. Weekly batch file only. This changes the
detection window from 2 hours to up to 7 days.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6400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What We Found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0408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EE"/>
                </a:solidFill>
              </a:rPr>
              <a:t>Not everything should be automated — and that split is intentional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95760" y="6537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261872"/>
            <a:ext cx="3749039" cy="73152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307592"/>
            <a:ext cx="34930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~50%  Fully Automated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1993392"/>
            <a:ext cx="3749039" cy="3584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2084831"/>
            <a:ext cx="3493008" cy="340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</a:rPr>
              <a:t>Agent acts alone. No human review
required per action.
•  Task monitoring &amp; reminders
•  I-9 compliance escalation
•  Manager handoff notification
•  Deadline calculation
These tasks follow clear rules, are low-risk if
wrong, and happen hundreds of times a year.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261872"/>
            <a:ext cx="3749039" cy="731520"/>
          </a:xfrm>
          <a:prstGeom prst="rect">
            <a:avLst/>
          </a:prstGeom>
          <a:solidFill>
            <a:srgbClr val="CC8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307592"/>
            <a:ext cx="34930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~35%  Agent Proposes,
Human Approves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993392"/>
            <a:ext cx="3749039" cy="3584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084831"/>
            <a:ext cx="3493008" cy="340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</a:rPr>
              <a:t>Agent generates a recommendation.
Priya reviews and confirms.
•  Compliance training track
•  Buddy matching (ranked list)
•  IT access package selection
Designed for Phase 2. Not in the
current build. Requires a structured
approval workflow to be set up first.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47888" y="1261872"/>
            <a:ext cx="3749039" cy="731520"/>
          </a:xfrm>
          <a:prstGeom prst="rect">
            <a:avLst/>
          </a:prstGeom>
          <a:solidFill>
            <a:srgbClr val="BF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1307592"/>
            <a:ext cx="34930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~15%  Human Only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47888" y="1993392"/>
            <a:ext cx="3749039" cy="3584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2084831"/>
            <a:ext cx="3493008" cy="340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</a:rPr>
              <a:t>No agent involvement.
Too consequential or irreversible.
•  Hold decisions
•  Hire type classification
•  Escalation responses
Agent detects the trigger and alerts.
Human decides what happens next.
This boundary is non-negotiable.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" y="5715000"/>
            <a:ext cx="11475720" cy="914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779008"/>
            <a:ext cx="1120140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ROI is honest:  Financial payback is 18–24 months (only 73 hires per person per year). The real justification is compliance risk: one prevented I-9 violation ($2,507 penalty) covers the entire build cost. The agent is justified — but the analysis doesn't pretend the numbers are stronger than they are.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6400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7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0408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EE"/>
                </a:solidFill>
              </a:rPr>
              <a:t>One output per phase — each one builds on the last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95760" y="6537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234440"/>
            <a:ext cx="658368" cy="5760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325880"/>
            <a:ext cx="65836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271016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</a:rPr>
              <a:t>Discovery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1252728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6 questions that probe the lived work — not just the SOP. Simulated COO answers revealed Priya's Excel tracker (the real source of truth), a Legacy HR system not in the official stack, and an iPhone Notes app used for I-9 monitoring.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1856232"/>
            <a:ext cx="11676888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" y="1915668"/>
            <a:ext cx="658368" cy="5760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2007108"/>
            <a:ext cx="65836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1952244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</a:rPr>
              <a:t>Cognitive Load 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1933956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Every HR Ops task broken down into decisions vs. rule-following, with the data source, output, and pause points for each. Identified 8 control handoff points where the agent must hand back to a human.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2537460"/>
            <a:ext cx="11676888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2596896"/>
            <a:ext cx="658368" cy="5760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032" y="2688336"/>
            <a:ext cx="65836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633472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</a:rPr>
              <a:t>Delegation Suitability Matrix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2615184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9 task clusters scored across 5 dimensions. Shows which clusters an agent can own and which must stay human — including hold decisions (scored 2.0/5.0 — Human Only) and I-9 monitoring (4.8/5.0 — Fully Agentic, mandatory).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" y="3218688"/>
            <a:ext cx="11676888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6032" y="3278124"/>
            <a:ext cx="658368" cy="576072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6032" y="3369564"/>
            <a:ext cx="65836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314700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</a:rPr>
              <a:t>Volume × Value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3296412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Ranked clusters by how often they occur vs. how much an agent can reduce the effort. Task monitoring scores highest (3,500 events/year). No cluster hits the top tier individually — Agent 1 is a bundle of the best clusters.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" y="3899915"/>
            <a:ext cx="11676888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" y="3959352"/>
            <a:ext cx="658368" cy="57607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6032" y="4050791"/>
            <a:ext cx="65836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3995928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</a:rPr>
              <a:t>Agent Purpose Document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39" y="3977639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Full buildable specification: 9 activities, autonomy matrix, escalation workflows, KPIs, failure modes, and data schemas. Revised after the build loop found 6 gaps — including a critical error: I-9 was set to poll daily, not every 2 hours.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032" y="4581144"/>
            <a:ext cx="11676888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56032" y="4640580"/>
            <a:ext cx="658368" cy="57607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6032" y="4732020"/>
            <a:ext cx="65836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4677156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</a:rPr>
              <a:t>System &amp; Data Inventory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77639" y="4658868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Every integration documented with API type, rate limits, data quality notes, and risks. Critical finding: Saba LMS has no API — weekly SFTP batch only. Corrects the spec's original SLA claim of '4 hours' for compliance training detection.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" y="5262372"/>
            <a:ext cx="11676888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56032" y="5321808"/>
            <a:ext cx="658368" cy="576072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032" y="5413248"/>
            <a:ext cx="65836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Build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5358384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6B"/>
                </a:solidFill>
              </a:rPr>
              <a:t>Python Implementation + 37 Tests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77639" y="5340096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</a:rPr>
              <a:t>Working code: 5 Python files implementing all 9 activities. Idempotent escalations (no alert flooding), rate-limited reminders (max 1 per 24h per task), I-9 monitoring every 2 hours. 37 automated tests, all passing. Run: pytest tests/ -v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6400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What Was Built — Agent 1: Coordination Orchestrator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0408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EE"/>
                </a:solidFill>
              </a:rPr>
              <a:t>One agent, always on, polling every 2 hours across all 5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95760" y="6537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5440680" cy="420624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9304"/>
            <a:ext cx="5230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What the agent does automatically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792224"/>
            <a:ext cx="256032" cy="256032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79222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83080"/>
            <a:ext cx="5010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</a:rPr>
              <a:t>Reads all 5 systems every 2 hours for current task 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276856"/>
            <a:ext cx="256032" cy="256032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276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267712"/>
            <a:ext cx="5010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</a:rPr>
              <a:t>Flags tasks overdue by more than 24 hours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761488"/>
            <a:ext cx="256032" cy="256032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276148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752344"/>
            <a:ext cx="5010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</a:rPr>
              <a:t>Sends email reminders to task owners — max 1 per task per 24 hours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246120"/>
            <a:ext cx="256032" cy="256032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24612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236975"/>
            <a:ext cx="5010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</a:rPr>
              <a:t>Escalates I-9 risk on Day 2 (HIGH) and Day 3 (CRITICAL) — no exceptions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730752"/>
            <a:ext cx="256032" cy="256032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73075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721608"/>
            <a:ext cx="5010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</a:rPr>
              <a:t>Submits IT provisioning requests when hire's role is in the access matrix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215384"/>
            <a:ext cx="256032" cy="256032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42153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206240"/>
            <a:ext cx="5010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</a:rPr>
              <a:t>Notifies the hiring manager when Day 1 readiness is confirmed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700016"/>
            <a:ext cx="256032" cy="256032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470001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4690872"/>
            <a:ext cx="5010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</a:rPr>
              <a:t>Routes escalations by severity: email / SMS / phone call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184648"/>
            <a:ext cx="256032" cy="256032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518464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5175504"/>
            <a:ext cx="5010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</a:rPr>
              <a:t>Logs every action to a structured audit trail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89320" y="1261872"/>
            <a:ext cx="5870448" cy="420624"/>
          </a:xfrm>
          <a:prstGeom prst="rect">
            <a:avLst/>
          </a:prstGeom>
          <a:solidFill>
            <a:srgbClr val="BF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1289304"/>
            <a:ext cx="5650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What remains human-only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9320" y="1792224"/>
            <a:ext cx="256032" cy="256032"/>
          </a:xfrm>
          <a:prstGeom prst="rect">
            <a:avLst/>
          </a:prstGeom>
          <a:solidFill>
            <a:srgbClr val="BF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89320" y="179222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177393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</a:rPr>
              <a:t>Hold decisions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2029967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6060"/>
                </a:solidFill>
              </a:rPr>
              <a:t>Irreversible employment action with legal implications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89320" y="2523744"/>
            <a:ext cx="256032" cy="256032"/>
          </a:xfrm>
          <a:prstGeom prst="rect">
            <a:avLst/>
          </a:prstGeom>
          <a:solidFill>
            <a:srgbClr val="BF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89320" y="252374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27648" y="250545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</a:rPr>
              <a:t>Hire type classification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27648" y="2761487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6060"/>
                </a:solidFill>
              </a:rPr>
              <a:t>5–10% of cases are genuinely ambiguous; cascades if wrong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89320" y="3255264"/>
            <a:ext cx="256032" cy="256032"/>
          </a:xfrm>
          <a:prstGeom prst="rect">
            <a:avLst/>
          </a:prstGeom>
          <a:solidFill>
            <a:srgbClr val="BF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89320" y="325526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27648" y="323697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</a:rPr>
              <a:t>Final buddy selection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27648" y="349300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6060"/>
                </a:solidFill>
              </a:rPr>
              <a:t>Team dynamics and interpersonal fit can't be codified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89320" y="3986784"/>
            <a:ext cx="256032" cy="256032"/>
          </a:xfrm>
          <a:prstGeom prst="rect">
            <a:avLst/>
          </a:prstGeom>
          <a:solidFill>
            <a:srgbClr val="BF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89320" y="3986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27648" y="396849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</a:rPr>
              <a:t>Compliance track approval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27648" y="422452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6060"/>
                </a:solidFill>
              </a:rPr>
              <a:t>Policy interpretation needed on low-confidence matches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89320" y="4718304"/>
            <a:ext cx="256032" cy="256032"/>
          </a:xfrm>
          <a:prstGeom prst="rect">
            <a:avLst/>
          </a:prstGeom>
          <a:solidFill>
            <a:srgbClr val="BF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89320" y="471830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27648" y="470001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</a:rPr>
              <a:t>Escalation responses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27648" y="495604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6060"/>
                </a:solidFill>
              </a:rPr>
              <a:t>Agent alerts; human decides the action and owns the outcome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5916168"/>
            <a:ext cx="11521440" cy="71323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6071616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Code:  5 Python files  ·  ~650 lines  ·  37 automated tests, all passing  ·  python main.py to run  ·  pytest tests/ -v to verify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6400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Key Design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0408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EE"/>
                </a:solidFill>
              </a:rPr>
              <a:t>The non-obvious choices — and why they were made this 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95760" y="6537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5596128" cy="420624"/>
          </a:xfrm>
          <a:prstGeom prst="rect">
            <a:avLst/>
          </a:prstGeom>
          <a:solidFill>
            <a:srgbClr val="E3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30759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I-9 monitoring is fully automated despite being CRITICAL risk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682495"/>
            <a:ext cx="5596128" cy="1901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773936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</a:rPr>
              <a:t>Counter-intuitive. The highest-risk item is the most appropriate for automation. I-9 escalation is deterministic (Day 2, Day 3 — no judgment), non-deferrable (federal law), and exactly where human memory fails under load. An agent checking every 2 hours is strictly better than a person who might forget during a busy week with 5 starters.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81927" y="1261872"/>
            <a:ext cx="5596128" cy="420624"/>
          </a:xfrm>
          <a:prstGeom prst="rect">
            <a:avLst/>
          </a:prstGeom>
          <a:solidFill>
            <a:srgbClr val="BF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1655" y="130759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Hold decisions are human-only — always, with no exceptions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81927" y="1682495"/>
            <a:ext cx="5596128" cy="1901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5" y="1773936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</a:rPr>
              <a:t>Hold = irreversible employment action. Legal implications. The agent detects the trigger and fires an escalation. It does not write hire.status = ON_HOLD. This boundary is non-negotiable regardless of how confident the signal looks. The COO confirmed hold decisions currently happen on WhatsApp — the Workday record is retrospective.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776472"/>
            <a:ext cx="5596128" cy="42062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3822191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Saba LMS has no API — and the spec had to be corrected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197096"/>
            <a:ext cx="5596128" cy="1901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4288536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</a:rPr>
              <a:t>The original spec described Saba LMS as a 'SOAP API (legacy).' The enriched scenario explicitly says 'no API.' The only path is a weekly SFTP batch file. This changes compliance training detection from 2 hours to up to 7 days. Rather than hide this, the spec was corrected and a three-state batch handling model was built into the design.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81927" y="3776472"/>
            <a:ext cx="5596128" cy="420624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5" y="3822191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The ROI case is honest rather than flattering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81927" y="4197096"/>
            <a:ext cx="5596128" cy="1901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1655" y="4288536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</a:rPr>
              <a:t>Volume is genuinely low: 73 hires per person per year. Year 1 return on investment is negative. This was kept in the analysis rather than corrected to look better. The real case for building is compliance de-risking (one prevented I-9 violation at $2,507 covers the build cost) and scalability — not pure time savings. Agent 2 scores higher in the formula but depends on Agent 1 first.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6400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Before Going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70408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EE"/>
                </a:solidFill>
              </a:rPr>
              <a:t>Three things that must happen before the agent is deployed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95760" y="6537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98448"/>
            <a:ext cx="566928" cy="1463040"/>
          </a:xfrm>
          <a:prstGeom prst="rect">
            <a:avLst/>
          </a:prstGeom>
          <a:solidFill>
            <a:srgbClr val="BF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773936"/>
            <a:ext cx="56692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" y="1298448"/>
            <a:ext cx="109728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389888"/>
            <a:ext cx="10716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Get Priya's Excel tracker and treat it as the design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1773936"/>
            <a:ext cx="107167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</a:rPr>
              <a:t>The tracker is the real system of record — not Workday. Workday is the formal record; the tracker is the live operational view, updated daily. Every column it has that Workday doesn't is a gap the agent must fill. Any design that ignores it will produce an agent with less situational awareness than Priya currently has.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926080"/>
            <a:ext cx="566928" cy="1463040"/>
          </a:xfrm>
          <a:prstGeom prst="rect">
            <a:avLst/>
          </a:prstGeom>
          <a:solidFill>
            <a:srgbClr val="CC8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3401568"/>
            <a:ext cx="56692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926080"/>
            <a:ext cx="109728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017520"/>
            <a:ext cx="10716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Fix the escalation channel — Teams or SMS, not email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401568"/>
            <a:ext cx="107167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</a:rPr>
              <a:t>Critical alerts sent by email won't be seen for 3–4 hours. Urgent decisions happen on Teams or by phone. The agent must route critical escalations (I-9 Day 2+, background check flags) via Teams message or SMS — otherwise the 15-minute response SLA is structurally impossible by design, regardless of how good the agent logic 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553712"/>
            <a:ext cx="566928" cy="1463040"/>
          </a:xfrm>
          <a:prstGeom prst="rect">
            <a:avLst/>
          </a:prstGeom>
          <a:solidFill>
            <a:srgbClr val="E36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5029200"/>
            <a:ext cx="56692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553712"/>
            <a:ext cx="109728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4645152"/>
            <a:ext cx="10716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Document every undocumented rule before launch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5029200"/>
            <a:ext cx="107167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</a:rPr>
              <a:t>Three known examples: (1) the SharePoint compliance matrix is outdated — Priya's desktop copy is the real version; (2) no Strategy department buddies for Finance hires — nowhere in writing; (3) Connections HR consistently mislabels hire_type — Priya manually corrects every one. If Priya leaves before these are captured, the knowledge leaves with her.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6236208"/>
            <a:ext cx="11521440" cy="457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272784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Phase 2 — when Agent 1 is proven:  Build Agent 2 (Proposal Router) for training track proposals, buddy matching, and IT access selection. Combined V×V score: 18 points — above the 15-point build threshold.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